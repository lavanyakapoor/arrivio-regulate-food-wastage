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926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82880"/>
            <a:ext cx="155448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2860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		Project Presentation of Industry Oriented Hands on Experience (22CS422)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Arrivio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Intelligent Household Food Waste Prevention Platform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Lavanya Kapoor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2210991850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Supervised By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32186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Preeti Saini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Engineering,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University, Punjab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	Introduction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5720"/>
            <a:ext cx="13716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0" y="68580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📸 INSERT SCREENSHOT HERE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Arrivio 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(dark theme overview)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685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Arrivio?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74320" y="10972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full-stack intelligent web application to help households reduce food waste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Tracks item expiry dates in real-time with colour-coded urgency alerts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Community donation board to share near-expiry food with local members &amp; NGOs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on React.js, Node.js, Express &amp; MongoDB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7432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🌍  1.3 Billion tonnes of food wasted globally every year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74320" y="34015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🏠  30% of household food is discarded without being consumed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74320" y="373989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🇮🇳  Food worth ₹50,000 crore wasted annually in India</a:t>
            </a:r>
            <a:endParaRPr lang="en-US" sz="1200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A9D1C371-27B9-1822-13D0-2C8F490FA13D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730262" y="1380744"/>
            <a:ext cx="4257528" cy="26095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	Problem Statement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5720"/>
            <a:ext cx="13716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6858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Household Food Waste Happen?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74320" y="1143000"/>
            <a:ext cx="8595360" cy="685800"/>
          </a:xfrm>
          <a:prstGeom prst="rect">
            <a:avLst/>
          </a:prstGeom>
          <a:solidFill>
            <a:srgbClr val="FF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188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😕  Forgetting purchases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383280" y="11887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People don't remember what they bought or when it expires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" y="1965960"/>
            <a:ext cx="8595360" cy="68580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2011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📦  No centralised tracker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383280" y="20116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single system to manage multiple household items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74320" y="2788920"/>
            <a:ext cx="8595360" cy="685800"/>
          </a:xfrm>
          <a:prstGeom prst="rect">
            <a:avLst/>
          </a:prstGeom>
          <a:solidFill>
            <a:srgbClr val="FF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2834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🗑️  Wasted donations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383280" y="28346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Near-expiry food that could be donated is simply thrown away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74320" y="3611880"/>
            <a:ext cx="8595360" cy="68580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3657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🏢  No NGO connectivity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383280" y="36576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easy way to find and connect with local food banks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	Key Features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5720"/>
            <a:ext cx="13716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6858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685800"/>
            <a:ext cx="2834640" cy="731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822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🔴  Expiry Tracking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" y="128016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colour-coded alerts: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Fresh → Warning → Critical → Expired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00400" y="6858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685800"/>
            <a:ext cx="2834640" cy="731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1840" y="822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🤝  Community Donation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91840" y="128016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Peer-to-peer board to list and claim near-expiry food items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172200" y="6858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72200" y="685800"/>
            <a:ext cx="2834640" cy="731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822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📍  NGO Finder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263640" y="128016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Geolocation-based finder for 30+ verified food banks in 8 cities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28600" y="27432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28600" y="2743200"/>
            <a:ext cx="2834640" cy="731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" y="2880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🌿  Carbon Footprint Tracker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20040" y="333756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Quantifies personal CO₂ savings from donations (EPA methodology)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200400" y="27432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00400" y="2743200"/>
            <a:ext cx="2834640" cy="731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91840" y="2880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📊  Analytics Dashboard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291840" y="333756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8-week trend charts, donut &amp; bar charts, waste rate meter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172200" y="27432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172200" y="2743200"/>
            <a:ext cx="2834640" cy="731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63640" y="2880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📋  Inventory Health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263640" y="333756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household freshness ring with health percentage score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	System Architecture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5720"/>
            <a:ext cx="13716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685800"/>
            <a:ext cx="8412480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758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 1 — FRONTEND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10332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React.js + Tailwind CSS + Redux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1344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DDDD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| Inventory | Donate | Analytics | NGO Finder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286000" y="17830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⬇  HTTP / REST API (Axios + Cookies)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2011680"/>
            <a:ext cx="8412480" cy="10972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0848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 2 — BACKEND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2359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Node.js + Express.js REST API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" y="2670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DDDD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 Routes | Inventory Routes | Donation Routes | JWT (httpOnly Cookie)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286000" y="3108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⬇  HTTP / REST API (Axios + Cookies)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3337560"/>
            <a:ext cx="8412480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34107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 3 — DATABASE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" y="3685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MongoDB (Local / Atlas)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2920" y="3995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DDDD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Collections: users | items | donations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             Application Screenshots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5720"/>
            <a:ext cx="13716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82880" y="685800"/>
            <a:ext cx="4251960" cy="1965960"/>
          </a:xfrm>
          <a:prstGeom prst="rect">
            <a:avLst/>
          </a:prstGeom>
          <a:solidFill>
            <a:srgbClr val="EFEFE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731520"/>
            <a:ext cx="416052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📸 Dashboard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(Insert dashboard screenshot showing stat cards &amp; health ring)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63440" y="685800"/>
            <a:ext cx="4251960" cy="1965960"/>
          </a:xfrm>
          <a:prstGeom prst="rect">
            <a:avLst/>
          </a:prstGeom>
          <a:solidFill>
            <a:srgbClr val="EFEFE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09160" y="731520"/>
            <a:ext cx="416052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📸 Inventory View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(Insert inventory list with colour-coded urgency badges)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82880" y="2788920"/>
            <a:ext cx="4251960" cy="1965960"/>
          </a:xfrm>
          <a:prstGeom prst="rect">
            <a:avLst/>
          </a:prstGeom>
          <a:solidFill>
            <a:srgbClr val="EFEFE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8600" y="2834640"/>
            <a:ext cx="416052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📸 Donation Board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(Insert community board with 'Grab Quickly — Expiring Soon' items)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2788920"/>
            <a:ext cx="4251960" cy="1965960"/>
          </a:xfrm>
          <a:prstGeom prst="rect">
            <a:avLst/>
          </a:prstGeom>
          <a:solidFill>
            <a:srgbClr val="EFEFE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9160" y="2834640"/>
            <a:ext cx="416052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📸 NGO Finder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(Insert NGO finder page with city filters &amp; Get Directions)</a:t>
            </a:r>
            <a:endParaRPr lang="en-US" sz="1000" dirty="0"/>
          </a:p>
        </p:txBody>
      </p:sp>
      <p:pic>
        <p:nvPicPr>
          <p:cNvPr id="14" name="Image 1">
            <a:extLst>
              <a:ext uri="{FF2B5EF4-FFF2-40B4-BE49-F238E27FC236}">
                <a16:creationId xmlns:a16="http://schemas.microsoft.com/office/drawing/2014/main" id="{52B56BFB-9129-1A07-2694-37823BC4E264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2880" y="627734"/>
            <a:ext cx="4251960" cy="2082091"/>
          </a:xfrm>
          <a:prstGeom prst="rect">
            <a:avLst/>
          </a:prstGeom>
        </p:spPr>
      </p:pic>
      <p:pic>
        <p:nvPicPr>
          <p:cNvPr id="15" name="Image 4">
            <a:extLst>
              <a:ext uri="{FF2B5EF4-FFF2-40B4-BE49-F238E27FC236}">
                <a16:creationId xmlns:a16="http://schemas.microsoft.com/office/drawing/2014/main" id="{B5BC8053-D1E4-3BC5-200C-71208DC6038F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617720" y="640080"/>
            <a:ext cx="4343400" cy="2069745"/>
          </a:xfrm>
          <a:prstGeom prst="rect">
            <a:avLst/>
          </a:prstGeom>
        </p:spPr>
      </p:pic>
      <p:pic>
        <p:nvPicPr>
          <p:cNvPr id="16" name="Image 6">
            <a:extLst>
              <a:ext uri="{FF2B5EF4-FFF2-40B4-BE49-F238E27FC236}">
                <a16:creationId xmlns:a16="http://schemas.microsoft.com/office/drawing/2014/main" id="{9EB154F4-AC66-628F-DA6A-13BC42137C8D}"/>
              </a:ext>
            </a:extLst>
          </p:cNvPr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82880" y="2767891"/>
            <a:ext cx="4251960" cy="2066084"/>
          </a:xfrm>
          <a:prstGeom prst="rect">
            <a:avLst/>
          </a:prstGeom>
        </p:spPr>
      </p:pic>
      <p:pic>
        <p:nvPicPr>
          <p:cNvPr id="17" name="Image 5">
            <a:extLst>
              <a:ext uri="{FF2B5EF4-FFF2-40B4-BE49-F238E27FC236}">
                <a16:creationId xmlns:a16="http://schemas.microsoft.com/office/drawing/2014/main" id="{A9F1B36A-A873-051D-A207-9B2B11CBCA83}"/>
              </a:ext>
            </a:extLst>
          </p:cNvPr>
          <p:cNvPicPr>
            <a:picLocks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617720" y="2767891"/>
            <a:ext cx="4343400" cy="20660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Analytics &amp; Carbon Footprint Tracker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5720"/>
            <a:ext cx="13716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685800"/>
            <a:ext cx="43891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📸 INSERT SCREENSHOT HERE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846320" y="731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Carbon Footprint Tracker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846320" y="10972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CO₂ saved = kg donated × 2.5 kg CO₂/kg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46320" y="144475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Car km avoided = CO₂ saved ÷ 0.21 kg CO₂/km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46320" y="179222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Meals enabled = kg donated ÷ 0.5 kg per meal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46320" y="2194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Analytics Dashboard Charts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846320" y="260604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Inventory Status Donut — Fresh/Warning/Critical/Expired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46320" y="299008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Category Bar Chart — Items across 9 food categories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46320" y="337413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8-Week Trend Area Chart — Added / Donated / Expired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46320" y="375818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Waste Rate Circular Meter — Green / Amber / Red rating</a:t>
            </a:r>
            <a:endParaRPr lang="en-US" sz="1200" dirty="0"/>
          </a:p>
        </p:txBody>
      </p:sp>
      <p:pic>
        <p:nvPicPr>
          <p:cNvPr id="17" name="Image 10">
            <a:extLst>
              <a:ext uri="{FF2B5EF4-FFF2-40B4-BE49-F238E27FC236}">
                <a16:creationId xmlns:a16="http://schemas.microsoft.com/office/drawing/2014/main" id="{00F2059F-1EB2-9099-CAB8-94079E5D81FE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2880" y="634512"/>
            <a:ext cx="4471182" cy="1971528"/>
          </a:xfrm>
          <a:prstGeom prst="rect">
            <a:avLst/>
          </a:prstGeom>
        </p:spPr>
      </p:pic>
      <p:pic>
        <p:nvPicPr>
          <p:cNvPr id="18" name="Image 11">
            <a:extLst>
              <a:ext uri="{FF2B5EF4-FFF2-40B4-BE49-F238E27FC236}">
                <a16:creationId xmlns:a16="http://schemas.microsoft.com/office/drawing/2014/main" id="{CD8F1875-DC8F-71EA-1CDD-5A06155E9381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82880" y="2775351"/>
            <a:ext cx="4471182" cy="19656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&amp; Social Impact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5720"/>
            <a:ext cx="13716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685800"/>
            <a:ext cx="416052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685800"/>
            <a:ext cx="416052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858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Household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(1,000 families)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1188720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20% waste reduction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~20,000 kg food saved annually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685800"/>
            <a:ext cx="416052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685800"/>
            <a:ext cx="416052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6858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Community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00600" y="1188720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67% claim rate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 redistribution addressing food insecurity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28600" y="2697480"/>
            <a:ext cx="416052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8600" y="2697480"/>
            <a:ext cx="4160520" cy="4114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269748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Environmental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65760" y="3200400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~2.5 kg CO₂ eliminated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 kg of food waste prevented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663440" y="2697480"/>
            <a:ext cx="416052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2697480"/>
            <a:ext cx="4160520" cy="4114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269748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Individual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800600" y="3200400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CO₂ tracker creates personal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accountability &amp; behaviour feedback loop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5720"/>
            <a:ext cx="13716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Makes Arrivio Unique?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5760" y="1097280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First platform to unify expiry tracking, peer-to-peer donation, NGO integration &amp; carbon analytics in one free app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colour-coded urgency intelligence: Fresh / Warning / Critical / Expired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Geolocation-based NGO finder with 30+ verified food banks across 8 Indian cities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Carbon Footprint Tracker backed by EPA-cited methodology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Interactive Impact Analytics Dashboard with 4 chart types &amp; dedicated API endpoint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Validated via user testing — measurable improvement in waste reduction intent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82880"/>
            <a:ext cx="155448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0" y="2834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Lavanya Kapoor  |  2210991850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32004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Supervised by: Dr. Preeti Saini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3566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Engineering, Chitkara University, Punjab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698</Words>
  <Application>Microsoft Office PowerPoint</Application>
  <PresentationFormat>On-screen Show (16:9)</PresentationFormat>
  <Paragraphs>114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Lavanya Kapoor</cp:lastModifiedBy>
  <cp:revision>2</cp:revision>
  <dcterms:created xsi:type="dcterms:W3CDTF">2026-05-08T09:03:39Z</dcterms:created>
  <dcterms:modified xsi:type="dcterms:W3CDTF">2026-05-08T09:13:23Z</dcterms:modified>
</cp:coreProperties>
</file>